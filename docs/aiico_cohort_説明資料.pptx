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97693-EAD2-5875-03B5-5E985D75B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C89FE4-9034-8C55-A09B-DE1FD5A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199AB-3AB2-48D9-AB72-68C9A174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AB146A-3607-3759-FC32-21D9E6EB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2097EE-3EC7-047E-1E89-F270CC61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91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F2A92-276C-4D5B-B807-B203EBF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7A2D72-EFA1-2C57-F80F-448470D62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D6555-5A56-8EA6-119C-309DEC63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EB3B4A-E0C4-26DE-1023-25BFA3BE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A42CF-E17B-02A8-96AE-DC5B35CB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7BC5F-55E5-FA96-C749-B3E06449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9BB4C4-2FE1-CD19-4799-E90EAAFA9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D802E-19C2-EBA1-6EBC-F085831C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6FAA6B-2EFB-2207-3A96-C4C0325F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CEE805-EDC3-E3CB-BF7A-02EADC9C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9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C9E06F-B057-8DBC-C44C-14D33D51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7DC8E9-9D9C-17DA-9755-9A1E975E5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DA3500-2638-4ABB-260A-810CD5F1E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07FFD0-85CE-CED5-BB31-870E2296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4D1DC6-691F-5FB1-89EF-43985418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A0D17A-5EE3-35CD-6C62-4FAB7516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32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304351-66B5-5783-824A-891696AB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86A506-1276-112B-F5DC-F80D190AF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A19114-D379-476A-06F1-98289F8BF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6426D7-0712-BA26-277B-CC38BC34E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452441-F9E9-A7A1-8655-0A60ADED0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CAB202-2975-563E-FE5D-F096E1A9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7C9B5C-3F50-8C5A-1976-AA4E7D47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CF4CCF4-82D2-A951-2C38-18F09F79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87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7E1EC-8AE8-6211-7938-746BA15D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AA3452-B7DE-2D61-8D9F-A0E5383F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E016EA-CBA8-4BDD-281F-FE22357A2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67FB78-65DD-7345-8F09-304AD7EC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99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B31A4E-383E-62CF-8789-E73B201C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31F1A-A82C-E56F-3428-7A8B4B95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B5D168-820F-05A3-1662-A569E503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43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39A2F3-D14C-52A5-CBDC-F8C25297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CD643C-1616-3170-C3E5-770ED8AF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C61732-9BAF-76BB-38B1-188D3B983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BB902B-06CC-E580-02A0-57784D9E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05176F-E883-7A57-BCBC-631D6FE8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0C71F0-C5D7-9C5D-4174-257296E8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19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BB9737-1074-9500-C6CB-8032F9CC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F7ACD3-4E70-0FEF-6748-1D83D1B20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0F937A-6406-01D8-F9A3-1E63B371E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A78E48-F3B4-E025-0932-6ABA6F78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B3731-0D02-2887-B255-A75977A5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D670BA-021A-4452-A7B2-D6305E9D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722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F6B0A-08FD-C721-FB9D-0C49B41B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FD7EF7-DF13-6C96-5EB5-960C45097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8371A1-242D-4A98-4BF2-16AB0382B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62B49A-268B-E1AC-BE0F-69687894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FD286E-4AD5-5D6C-34AE-0291D7C3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05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C0FA97-9A34-3587-3D66-E0B3EEBF0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62574C-76E7-1C19-F7FD-188252A52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B6E78B-8D6D-A23A-C8B3-660D666E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621E7E-3240-0341-CBBB-A56EF0DE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B425B-8FA3-465D-44E5-CD47810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32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840AA4C-9DEB-46E5-052C-C37DE8C4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EE65C9-08AB-F7E6-566E-2F9C93853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F81A54-413B-32FA-FF00-0263E8871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56750-A2C8-0843-B114-3547042EC4B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91317-1CE6-9FD3-12D9-9C0AAC5F7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873C4C-EA02-973B-84BA-54B2AAAE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5BC48-2E95-1A4C-89AF-A21C5F08E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8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7AF5C-AE43-A528-8273-79C311AF49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COHORT AI</a:t>
            </a:r>
            <a:r>
              <a:rPr kumimoji="1" lang="ja-JP" altLang="en-US"/>
              <a:t>マッチング</a:t>
            </a:r>
            <a:br>
              <a:rPr kumimoji="1" lang="en-US" altLang="ja-JP" dirty="0"/>
            </a:br>
            <a:r>
              <a:rPr kumimoji="1" lang="ja-JP" altLang="en-US"/>
              <a:t>システム</a:t>
            </a:r>
            <a:br>
              <a:rPr kumimoji="1" lang="en-US" altLang="ja-JP" dirty="0"/>
            </a:br>
            <a:r>
              <a:rPr kumimoji="1" lang="ja-JP" altLang="en-US"/>
              <a:t>説明資料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8E78BB-2F2F-0D16-2E13-21B756BBC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梛野　裕也</a:t>
            </a:r>
          </a:p>
        </p:txBody>
      </p:sp>
    </p:spTree>
    <p:extLst>
      <p:ext uri="{BB962C8B-B14F-4D97-AF65-F5344CB8AC3E}">
        <p14:creationId xmlns:p14="http://schemas.microsoft.com/office/powerpoint/2010/main" val="208704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728CA-EB21-96F9-5F48-A6241A69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D82226-328C-2333-75F3-24EB4359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 dirty="0"/>
              <a:t>BA</a:t>
            </a:r>
            <a:r>
              <a:rPr lang="ja-JP" altLang="en-US"/>
              <a:t>へのサービスイン</a:t>
            </a:r>
            <a:endParaRPr lang="en-US" altLang="ja-JP" dirty="0"/>
          </a:p>
          <a:p>
            <a:r>
              <a:rPr lang="ja-JP" altLang="en-US"/>
              <a:t>どの商品をどの場所で販売するべきか</a:t>
            </a:r>
            <a:endParaRPr lang="en-US" altLang="ja-JP" dirty="0"/>
          </a:p>
          <a:p>
            <a:r>
              <a:rPr lang="ja-JP" altLang="en-US"/>
              <a:t>どの場所でどの商品を販売するべきか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案件内容</a:t>
            </a:r>
            <a:endParaRPr lang="en-US" altLang="ja-JP" dirty="0"/>
          </a:p>
          <a:p>
            <a:pPr lvl="1"/>
            <a:r>
              <a:rPr lang="ja-JP" altLang="en-US"/>
              <a:t>特定の商品</a:t>
            </a:r>
            <a:r>
              <a:rPr lang="en-US" altLang="ja-JP" dirty="0"/>
              <a:t>(</a:t>
            </a:r>
            <a:r>
              <a:rPr lang="ja-JP" altLang="en-US"/>
              <a:t>例：トレカ</a:t>
            </a:r>
            <a:r>
              <a:rPr lang="en-US" altLang="ja-JP" dirty="0"/>
              <a:t>)</a:t>
            </a:r>
            <a:r>
              <a:rPr lang="ja-JP" altLang="en-US"/>
              <a:t>との親和性が高い</a:t>
            </a:r>
            <a:r>
              <a:rPr lang="en-US" altLang="ja-JP" dirty="0"/>
              <a:t>ADID</a:t>
            </a:r>
            <a:r>
              <a:rPr lang="ja-JP" altLang="en-US"/>
              <a:t>の抽出</a:t>
            </a:r>
            <a:endParaRPr lang="en-US" altLang="ja-JP" dirty="0"/>
          </a:p>
          <a:p>
            <a:pPr lvl="1"/>
            <a:r>
              <a:rPr lang="ja-JP" altLang="en-US"/>
              <a:t>特定の商品</a:t>
            </a:r>
            <a:r>
              <a:rPr lang="en-US" altLang="ja-JP" dirty="0"/>
              <a:t>(</a:t>
            </a:r>
            <a:r>
              <a:rPr lang="ja-JP" altLang="en-US"/>
              <a:t>例：トレカ</a:t>
            </a:r>
            <a:r>
              <a:rPr lang="en-US" altLang="ja-JP" dirty="0"/>
              <a:t>)</a:t>
            </a:r>
            <a:r>
              <a:rPr lang="ja-JP" altLang="en-US"/>
              <a:t>をどの</a:t>
            </a:r>
            <a:r>
              <a:rPr lang="en-US" altLang="ja-JP" dirty="0"/>
              <a:t>AIICO</a:t>
            </a:r>
            <a:r>
              <a:rPr lang="ja-JP" altLang="en-US"/>
              <a:t>自販機で販売すべきか</a:t>
            </a:r>
            <a:endParaRPr lang="en-US" altLang="ja-JP" dirty="0"/>
          </a:p>
          <a:p>
            <a:pPr lvl="1"/>
            <a:r>
              <a:rPr lang="ja-JP" altLang="en-US"/>
              <a:t>どの</a:t>
            </a:r>
            <a:r>
              <a:rPr lang="en-US" altLang="ja-JP" dirty="0"/>
              <a:t>AIICO</a:t>
            </a:r>
            <a:r>
              <a:rPr lang="ja-JP" altLang="en-US"/>
              <a:t>自販機でどの商品</a:t>
            </a:r>
            <a:r>
              <a:rPr lang="en-US" altLang="ja-JP" dirty="0"/>
              <a:t>(</a:t>
            </a:r>
            <a:r>
              <a:rPr lang="ja-JP" altLang="en-US"/>
              <a:t>例：ポケカ・遊戯王</a:t>
            </a:r>
            <a:r>
              <a:rPr lang="en-US" altLang="ja-JP" dirty="0"/>
              <a:t>)</a:t>
            </a:r>
            <a:r>
              <a:rPr lang="ja-JP" altLang="en-US"/>
              <a:t>を販売すべきか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/>
              <a:t>条件</a:t>
            </a:r>
            <a:endParaRPr lang="en-US" altLang="ja-JP" dirty="0"/>
          </a:p>
          <a:p>
            <a:pPr lvl="1"/>
            <a:r>
              <a:rPr lang="en-US" altLang="ja-JP" dirty="0"/>
              <a:t>AIICO</a:t>
            </a:r>
            <a:r>
              <a:rPr lang="ja-JP" altLang="en-US"/>
              <a:t>自販機半径</a:t>
            </a:r>
            <a:r>
              <a:rPr lang="en-US" altLang="ja-JP" dirty="0"/>
              <a:t>250m</a:t>
            </a:r>
            <a:r>
              <a:rPr lang="ja-JP" altLang="en-US"/>
              <a:t>の</a:t>
            </a:r>
            <a:r>
              <a:rPr lang="en-US" altLang="ja-JP" dirty="0"/>
              <a:t>ADID</a:t>
            </a:r>
            <a:r>
              <a:rPr lang="ja-JP" altLang="en-US"/>
              <a:t>を</a:t>
            </a:r>
            <a:r>
              <a:rPr lang="en-US" altLang="ja-JP" dirty="0"/>
              <a:t>DMP</a:t>
            </a:r>
            <a:r>
              <a:rPr lang="ja-JP" altLang="en-US"/>
              <a:t>にて抽出</a:t>
            </a:r>
            <a:endParaRPr lang="en-US" altLang="ja-JP" dirty="0"/>
          </a:p>
          <a:p>
            <a:pPr lvl="1"/>
            <a:r>
              <a:rPr lang="ja-JP" altLang="en-US"/>
              <a:t>ユーザーからは商品に関連する単語のみ与えられる</a:t>
            </a:r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40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F6EF0-DD04-A3DC-8749-0A919542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仕組み１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4FEBF1-2AF3-6423-7F48-548A10EF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ja-JP" dirty="0"/>
              <a:t>DMP</a:t>
            </a:r>
            <a:r>
              <a:rPr kumimoji="1" lang="ja-JP" altLang="en-US"/>
              <a:t>にて抽出された</a:t>
            </a:r>
            <a:r>
              <a:rPr kumimoji="1" lang="en-US" altLang="ja-JP" dirty="0"/>
              <a:t>ADID</a:t>
            </a:r>
            <a:r>
              <a:rPr kumimoji="1" lang="ja-JP" altLang="en-US"/>
              <a:t>と行動特徴ベクトル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cohort.npz</a:t>
            </a:r>
            <a:r>
              <a:rPr kumimoji="1" lang="en-US" altLang="ja-JP" dirty="0"/>
              <a:t>)</a:t>
            </a:r>
            <a:r>
              <a:rPr kumimoji="1" lang="ja-JP" altLang="en-US"/>
              <a:t>から</a:t>
            </a:r>
            <a:br>
              <a:rPr lang="en-US" altLang="ja-JP" dirty="0"/>
            </a:br>
            <a:r>
              <a:rPr lang="en-US" altLang="ja-JP" dirty="0"/>
              <a:t>AIICO</a:t>
            </a:r>
            <a:r>
              <a:rPr lang="ja-JP" altLang="en-US"/>
              <a:t>自販機の周りの行動特徴ベクトルを抽出</a:t>
            </a:r>
            <a:endParaRPr kumimoji="1" lang="en-US" altLang="ja-JP" dirty="0"/>
          </a:p>
          <a:p>
            <a:r>
              <a:rPr lang="en-US" altLang="ja-JP" dirty="0"/>
              <a:t>LLM</a:t>
            </a:r>
            <a:r>
              <a:rPr lang="ja-JP" altLang="en-US"/>
              <a:t>を活用し、特定の商品</a:t>
            </a:r>
            <a:r>
              <a:rPr lang="en-US" altLang="ja-JP" dirty="0"/>
              <a:t>(</a:t>
            </a:r>
            <a:r>
              <a:rPr lang="ja-JP" altLang="en-US"/>
              <a:t>例：トレカ</a:t>
            </a:r>
            <a:r>
              <a:rPr lang="en-US" altLang="ja-JP" dirty="0"/>
              <a:t>)</a:t>
            </a:r>
            <a:r>
              <a:rPr lang="ja-JP" altLang="en-US"/>
              <a:t>の行動特徴ベクトルを計算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COS</a:t>
            </a:r>
            <a:r>
              <a:rPr lang="ja-JP" altLang="en-US"/>
              <a:t>類似度を計算することにより、商品特徴に合致する</a:t>
            </a:r>
            <a:r>
              <a:rPr lang="en-US" altLang="ja-JP" dirty="0"/>
              <a:t>ADID</a:t>
            </a:r>
            <a:r>
              <a:rPr lang="ja-JP" altLang="en-US"/>
              <a:t>を抽出する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ja-JP" altLang="en-US">
                <a:solidFill>
                  <a:srgbClr val="FF0000"/>
                </a:solidFill>
              </a:rPr>
              <a:t>→目的達成：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rgbClr val="FF0000"/>
                </a:solidFill>
              </a:rPr>
              <a:t>	</a:t>
            </a:r>
            <a:r>
              <a:rPr lang="ja-JP" altLang="en-US">
                <a:solidFill>
                  <a:srgbClr val="FF0000"/>
                </a:solidFill>
              </a:rPr>
              <a:t>特定の商品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>
                <a:solidFill>
                  <a:srgbClr val="FF0000"/>
                </a:solidFill>
              </a:rPr>
              <a:t>例：トレカ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>
                <a:solidFill>
                  <a:srgbClr val="FF0000"/>
                </a:solidFill>
              </a:rPr>
              <a:t>との親和性が高い</a:t>
            </a:r>
            <a:r>
              <a:rPr lang="en-US" altLang="ja-JP" dirty="0">
                <a:solidFill>
                  <a:srgbClr val="FF0000"/>
                </a:solidFill>
              </a:rPr>
              <a:t>ADID</a:t>
            </a:r>
            <a:r>
              <a:rPr lang="ja-JP" altLang="en-US">
                <a:solidFill>
                  <a:srgbClr val="FF0000"/>
                </a:solidFill>
              </a:rPr>
              <a:t>の抽出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dirty="0">
              <a:solidFill>
                <a:srgbClr val="FF0000"/>
              </a:solidFill>
            </a:endParaRP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26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B84382-E6CE-9DBF-37A1-3136B0B9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仕組み２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B47204-F56B-B641-BB8F-52257AC23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ja-JP" altLang="en-US"/>
              <a:t>行動特徴ベクトル</a:t>
            </a:r>
            <a:r>
              <a:rPr lang="en-US" altLang="ja-JP" dirty="0"/>
              <a:t>(</a:t>
            </a:r>
            <a:r>
              <a:rPr lang="en-US" altLang="ja-JP" dirty="0" err="1"/>
              <a:t>cohort.npz</a:t>
            </a:r>
            <a:r>
              <a:rPr lang="en-US" altLang="ja-JP" dirty="0"/>
              <a:t>)</a:t>
            </a:r>
            <a:r>
              <a:rPr kumimoji="1" lang="ja-JP" altLang="en-US"/>
              <a:t>を</a:t>
            </a:r>
            <a:r>
              <a:rPr kumimoji="1" lang="en-US" altLang="ja-JP" dirty="0"/>
              <a:t>SOFTMAX</a:t>
            </a:r>
            <a:r>
              <a:rPr kumimoji="1" lang="ja-JP" altLang="en-US"/>
              <a:t>関数にて確率に変換</a:t>
            </a:r>
            <a:br>
              <a:rPr kumimoji="1" lang="en-US" altLang="ja-JP" dirty="0"/>
            </a:br>
            <a:r>
              <a:rPr kumimoji="1" lang="ja-JP" altLang="en-US"/>
              <a:t>→</a:t>
            </a:r>
            <a:r>
              <a:rPr kumimoji="1" lang="en-US" altLang="ja-JP" dirty="0"/>
              <a:t>P(</a:t>
            </a:r>
            <a:r>
              <a:rPr lang="ja-JP" altLang="en-US"/>
              <a:t>コホート関連施設</a:t>
            </a:r>
            <a:r>
              <a:rPr kumimoji="1" lang="en-US" altLang="ja-JP" dirty="0"/>
              <a:t>|ADID):</a:t>
            </a:r>
            <a:br>
              <a:rPr kumimoji="1" lang="en-US" altLang="ja-JP" dirty="0"/>
            </a:br>
            <a:r>
              <a:rPr kumimoji="1" lang="ja-JP" altLang="en-US"/>
              <a:t>　</a:t>
            </a:r>
            <a:r>
              <a:rPr kumimoji="1" lang="en-US" altLang="ja-JP" dirty="0"/>
              <a:t>ADID</a:t>
            </a:r>
            <a:r>
              <a:rPr kumimoji="1" lang="ja-JP" altLang="en-US"/>
              <a:t>毎のコホート関連施設への親和性を表現する確率</a:t>
            </a:r>
            <a:br>
              <a:rPr kumimoji="1" lang="en-US" altLang="ja-JP" dirty="0"/>
            </a:br>
            <a:r>
              <a:rPr kumimoji="1" lang="ja-JP" altLang="en-US"/>
              <a:t>　として解釈</a:t>
            </a:r>
            <a:endParaRPr kumimoji="1" lang="en-US" altLang="ja-JP" dirty="0"/>
          </a:p>
          <a:p>
            <a:r>
              <a:rPr lang="en" altLang="ja-JP" dirty="0" err="1"/>
              <a:t>relational_cohort</a:t>
            </a:r>
            <a:r>
              <a:rPr lang="ja-JP" altLang="en-US"/>
              <a:t>テーブルから「</a:t>
            </a:r>
            <a:r>
              <a:rPr lang="en-US" altLang="ja-JP" dirty="0" err="1"/>
              <a:t>adid</a:t>
            </a:r>
            <a:r>
              <a:rPr lang="ja-JP" altLang="en-US"/>
              <a:t>」「</a:t>
            </a:r>
            <a:r>
              <a:rPr lang="en-US" altLang="ja-JP" dirty="0"/>
              <a:t>count</a:t>
            </a:r>
            <a:r>
              <a:rPr lang="ja-JP" altLang="en-US"/>
              <a:t>」カラムを抽出</a:t>
            </a:r>
            <a:br>
              <a:rPr lang="en-US" altLang="ja-JP" dirty="0"/>
            </a:br>
            <a:r>
              <a:rPr lang="ja-JP" altLang="en-US"/>
              <a:t>→</a:t>
            </a:r>
            <a:r>
              <a:rPr lang="en-US" altLang="ja-JP" dirty="0"/>
              <a:t>P(</a:t>
            </a:r>
            <a:r>
              <a:rPr lang="en-US" altLang="ja-JP" dirty="0" err="1"/>
              <a:t>adid</a:t>
            </a:r>
            <a:r>
              <a:rPr lang="en-US" altLang="ja-JP" dirty="0"/>
              <a:t>):</a:t>
            </a:r>
            <a:r>
              <a:rPr lang="en-US" altLang="ja-JP" dirty="0" err="1"/>
              <a:t>adid</a:t>
            </a:r>
            <a:r>
              <a:rPr lang="ja-JP" altLang="en-US"/>
              <a:t>の観測確率として解釈</a:t>
            </a:r>
            <a:endParaRPr lang="en" altLang="ja-JP" dirty="0"/>
          </a:p>
          <a:p>
            <a:r>
              <a:rPr lang="en-US" altLang="ja-JP" dirty="0"/>
              <a:t>DMP</a:t>
            </a:r>
            <a:r>
              <a:rPr lang="ja-JP" altLang="en-US"/>
              <a:t>による</a:t>
            </a:r>
            <a:r>
              <a:rPr lang="en-US" altLang="ja-JP" dirty="0"/>
              <a:t>AIICO</a:t>
            </a:r>
            <a:r>
              <a:rPr lang="ja-JP" altLang="en-US"/>
              <a:t>の周りに存在する</a:t>
            </a:r>
            <a:r>
              <a:rPr lang="en-US" altLang="ja-JP" dirty="0"/>
              <a:t>ADID</a:t>
            </a:r>
            <a:r>
              <a:rPr lang="ja-JP" altLang="en-US"/>
              <a:t>を抽出</a:t>
            </a:r>
            <a:br>
              <a:rPr lang="en-US" altLang="ja-JP" dirty="0"/>
            </a:br>
            <a:r>
              <a:rPr lang="ja-JP" altLang="en-US"/>
              <a:t>→</a:t>
            </a:r>
            <a:r>
              <a:rPr lang="en-US" altLang="ja-JP" dirty="0"/>
              <a:t>P(ADID|AIICO):AIICO</a:t>
            </a:r>
            <a:r>
              <a:rPr lang="ja-JP" altLang="en-US"/>
              <a:t>毎の</a:t>
            </a:r>
            <a:r>
              <a:rPr lang="en-US" altLang="ja-JP" dirty="0"/>
              <a:t>ADID</a:t>
            </a:r>
            <a:r>
              <a:rPr lang="ja-JP" altLang="en-US"/>
              <a:t>の観測確率として解釈</a:t>
            </a:r>
            <a:endParaRPr lang="en-US" altLang="ja-JP" dirty="0"/>
          </a:p>
          <a:p>
            <a:r>
              <a:rPr lang="ja-JP" altLang="en-US"/>
              <a:t>仕組み１にて計算済みの商品行動特徴ベクトルを</a:t>
            </a:r>
            <a:r>
              <a:rPr lang="en-US" altLang="ja-JP" dirty="0"/>
              <a:t>SOFTMAX</a:t>
            </a:r>
            <a:r>
              <a:rPr lang="ja-JP" altLang="en-US"/>
              <a:t>関数にて確率に変換</a:t>
            </a:r>
            <a:br>
              <a:rPr lang="en-US" altLang="ja-JP" dirty="0"/>
            </a:br>
            <a:r>
              <a:rPr lang="ja-JP" altLang="en-US"/>
              <a:t>→</a:t>
            </a:r>
            <a:r>
              <a:rPr lang="en-US" altLang="ja-JP" dirty="0"/>
              <a:t>P(</a:t>
            </a:r>
            <a:r>
              <a:rPr lang="ja-JP" altLang="en-US"/>
              <a:t>コホート関連施設</a:t>
            </a:r>
            <a:r>
              <a:rPr lang="en-US" altLang="ja-JP" dirty="0"/>
              <a:t>|</a:t>
            </a:r>
            <a:r>
              <a:rPr lang="ja-JP" altLang="en-US"/>
              <a:t>商品</a:t>
            </a:r>
            <a:r>
              <a:rPr lang="en-US" altLang="ja-JP" dirty="0"/>
              <a:t>):</a:t>
            </a:r>
            <a:br>
              <a:rPr lang="en-US" altLang="ja-JP" dirty="0"/>
            </a:br>
            <a:r>
              <a:rPr lang="ja-JP" altLang="en-US"/>
              <a:t>　商品毎のコホート関連施設への親和性を表現する確率</a:t>
            </a:r>
            <a:br>
              <a:rPr lang="en-US" altLang="ja-JP" dirty="0"/>
            </a:br>
            <a:r>
              <a:rPr lang="ja-JP" altLang="en-US"/>
              <a:t>　として解釈</a:t>
            </a:r>
            <a:endParaRPr lang="en-US" altLang="ja-JP" dirty="0"/>
          </a:p>
          <a:p>
            <a:r>
              <a:rPr lang="en-US" altLang="ja-JP" dirty="0"/>
              <a:t>P(AIICO):AIICO</a:t>
            </a:r>
            <a:r>
              <a:rPr lang="ja-JP" altLang="en-US"/>
              <a:t>の存在確率は一様分布として仮定を置く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77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7B650-13B3-262B-A201-72C9C6CD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仕組み３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B56EC0-FE35-6E8F-7D3C-45E9566B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ja-JP" dirty="0"/>
              <a:t>P(</a:t>
            </a:r>
            <a:r>
              <a:rPr lang="ja-JP" altLang="en-US"/>
              <a:t>コホート関連施設</a:t>
            </a:r>
            <a:r>
              <a:rPr lang="en-US" altLang="ja-JP" dirty="0"/>
              <a:t>|ADID)</a:t>
            </a:r>
            <a:r>
              <a:rPr lang="ja-JP" altLang="en-US"/>
              <a:t>、</a:t>
            </a:r>
            <a:r>
              <a:rPr lang="en-US" altLang="ja-JP" dirty="0"/>
              <a:t> P(ADID)</a:t>
            </a:r>
            <a:r>
              <a:rPr lang="ja-JP" altLang="en-US"/>
              <a:t>、</a:t>
            </a:r>
            <a:r>
              <a:rPr lang="en-US" altLang="ja-JP" dirty="0"/>
              <a:t> P(AIICO|ADID)</a:t>
            </a:r>
            <a:r>
              <a:rPr lang="ja-JP" altLang="en-US"/>
              <a:t>、</a:t>
            </a:r>
            <a:r>
              <a:rPr lang="en-US" altLang="ja-JP" dirty="0"/>
              <a:t> P(</a:t>
            </a:r>
            <a:r>
              <a:rPr lang="ja-JP" altLang="en-US"/>
              <a:t>コホート関連施設</a:t>
            </a:r>
            <a:r>
              <a:rPr lang="en-US" altLang="ja-JP" dirty="0"/>
              <a:t>|</a:t>
            </a:r>
            <a:r>
              <a:rPr lang="ja-JP" altLang="en-US"/>
              <a:t>商品</a:t>
            </a:r>
            <a:r>
              <a:rPr lang="en-US" altLang="ja-JP" dirty="0"/>
              <a:t>)</a:t>
            </a:r>
            <a:r>
              <a:rPr lang="ja-JP" altLang="en-US"/>
              <a:t>、</a:t>
            </a:r>
            <a:r>
              <a:rPr lang="en-US" altLang="ja-JP" dirty="0"/>
              <a:t>P(AIICO)</a:t>
            </a:r>
            <a:br>
              <a:rPr lang="en-US" altLang="ja-JP" dirty="0"/>
            </a:br>
            <a:r>
              <a:rPr lang="ja-JP" altLang="en-US"/>
              <a:t>を元にして</a:t>
            </a:r>
            <a:br>
              <a:rPr lang="en-US" altLang="ja-JP" dirty="0"/>
            </a:br>
            <a:r>
              <a:rPr kumimoji="1" lang="en-US" altLang="ja-JP" dirty="0"/>
              <a:t>P(AIICO|</a:t>
            </a:r>
            <a:r>
              <a:rPr kumimoji="1" lang="ja-JP" altLang="en-US"/>
              <a:t>商品</a:t>
            </a:r>
            <a:r>
              <a:rPr kumimoji="1" lang="en-US" altLang="ja-JP" dirty="0"/>
              <a:t>)</a:t>
            </a:r>
            <a:br>
              <a:rPr kumimoji="1" lang="en-US" altLang="ja-JP" dirty="0"/>
            </a:br>
            <a:r>
              <a:rPr kumimoji="1" lang="ja-JP" altLang="en-US"/>
              <a:t>を計算</a:t>
            </a:r>
            <a:br>
              <a:rPr kumimoji="1" lang="en-US" altLang="ja-JP" dirty="0"/>
            </a:br>
            <a:r>
              <a:rPr kumimoji="1" lang="ja-JP" altLang="en-US">
                <a:solidFill>
                  <a:srgbClr val="FF0000"/>
                </a:solidFill>
              </a:rPr>
              <a:t>→</a:t>
            </a:r>
            <a:r>
              <a:rPr lang="ja-JP" altLang="en-US">
                <a:solidFill>
                  <a:srgbClr val="FF0000"/>
                </a:solidFill>
              </a:rPr>
              <a:t>特定の商品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>
                <a:solidFill>
                  <a:srgbClr val="FF0000"/>
                </a:solidFill>
              </a:rPr>
              <a:t>例：トレカ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>
                <a:solidFill>
                  <a:srgbClr val="FF0000"/>
                </a:solidFill>
              </a:rPr>
              <a:t>をどの</a:t>
            </a:r>
            <a:r>
              <a:rPr lang="en-US" altLang="ja-JP" dirty="0">
                <a:solidFill>
                  <a:srgbClr val="FF0000"/>
                </a:solidFill>
              </a:rPr>
              <a:t>AIICO</a:t>
            </a:r>
            <a:r>
              <a:rPr lang="ja-JP" altLang="en-US">
                <a:solidFill>
                  <a:srgbClr val="FF0000"/>
                </a:solidFill>
              </a:rPr>
              <a:t>自販機で販売すべきか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計算式</a:t>
            </a:r>
            <a:br>
              <a:rPr lang="en-US" altLang="ja-JP" dirty="0"/>
            </a:br>
            <a:r>
              <a:rPr lang="en-US" altLang="ja-JP" dirty="0"/>
              <a:t>P(ADID|</a:t>
            </a:r>
            <a:r>
              <a:rPr lang="ja-JP" altLang="en-US"/>
              <a:t>コホート関連施設</a:t>
            </a:r>
            <a:r>
              <a:rPr lang="en-US" altLang="ja-JP" dirty="0"/>
              <a:t>)</a:t>
            </a:r>
            <a:r>
              <a:rPr lang="ja-JP" altLang="en-US"/>
              <a:t>∝</a:t>
            </a:r>
            <a:r>
              <a:rPr lang="en-US" altLang="ja-JP" dirty="0"/>
              <a:t>P(ADID) P(</a:t>
            </a:r>
            <a:r>
              <a:rPr lang="ja-JP" altLang="en-US"/>
              <a:t>コホート関連施設</a:t>
            </a:r>
            <a:r>
              <a:rPr lang="en-US" altLang="ja-JP" dirty="0"/>
              <a:t>|ADID)</a:t>
            </a:r>
            <a:br>
              <a:rPr lang="en-US" altLang="ja-JP" dirty="0"/>
            </a:br>
            <a:r>
              <a:rPr lang="en-US" altLang="ja-JP" dirty="0"/>
              <a:t>P(AIICO|</a:t>
            </a:r>
            <a:r>
              <a:rPr lang="ja-JP" altLang="en-US"/>
              <a:t>コホート関連施設</a:t>
            </a:r>
            <a:r>
              <a:rPr lang="en-US" altLang="ja-JP" dirty="0"/>
              <a:t>)=ΣP(AIICO|ADID) P(ADID|</a:t>
            </a:r>
            <a:r>
              <a:rPr lang="ja-JP" altLang="en-US"/>
              <a:t>コホート関連施設</a:t>
            </a:r>
            <a:r>
              <a:rPr lang="en-US" altLang="ja-JP" dirty="0"/>
              <a:t>)</a:t>
            </a:r>
            <a:br>
              <a:rPr lang="en-US" altLang="ja-JP" dirty="0"/>
            </a:br>
            <a:r>
              <a:rPr lang="en-US" altLang="ja-JP" dirty="0"/>
              <a:t>P(AIICO|</a:t>
            </a:r>
            <a:r>
              <a:rPr lang="ja-JP" altLang="en-US"/>
              <a:t>商品</a:t>
            </a:r>
            <a:r>
              <a:rPr lang="en-US" altLang="ja-JP" dirty="0"/>
              <a:t>)=ΣP(AIICO|</a:t>
            </a:r>
            <a:r>
              <a:rPr lang="ja-JP" altLang="en-US"/>
              <a:t>コホート関連施設</a:t>
            </a:r>
            <a:r>
              <a:rPr lang="en-US" altLang="ja-JP" dirty="0"/>
              <a:t>) P(</a:t>
            </a:r>
            <a:r>
              <a:rPr lang="ja-JP" altLang="en-US"/>
              <a:t>コホート関連施設</a:t>
            </a:r>
            <a:r>
              <a:rPr lang="en-US" altLang="ja-JP" dirty="0"/>
              <a:t>|</a:t>
            </a:r>
            <a:r>
              <a:rPr lang="ja-JP" altLang="en-US"/>
              <a:t>商品</a:t>
            </a:r>
            <a:r>
              <a:rPr lang="en-US" altLang="ja-JP" dirty="0"/>
              <a:t>)</a:t>
            </a:r>
            <a:br>
              <a:rPr lang="en-US" altLang="ja-JP" dirty="0"/>
            </a:b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775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509</Words>
  <Application>Microsoft Macintosh PowerPoint</Application>
  <PresentationFormat>ワイド画面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COHORT AIマッチング システム 説明資料</vt:lpstr>
      <vt:lpstr>目的</vt:lpstr>
      <vt:lpstr>仕組み１</vt:lpstr>
      <vt:lpstr>仕組み２</vt:lpstr>
      <vt:lpstr>仕組み３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梛野 裕也</dc:creator>
  <cp:lastModifiedBy>梛野 裕也</cp:lastModifiedBy>
  <cp:revision>3</cp:revision>
  <dcterms:created xsi:type="dcterms:W3CDTF">2026-04-01T04:55:05Z</dcterms:created>
  <dcterms:modified xsi:type="dcterms:W3CDTF">2026-04-01T07:58:45Z</dcterms:modified>
</cp:coreProperties>
</file>